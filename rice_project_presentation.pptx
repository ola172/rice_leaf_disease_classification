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2D2E88-57F2-BF84-BE7B-64A476BE8E09}" v="222" dt="2025-04-30T19:58:51.8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Rice Leaf Disease Detection Using CNN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D156A-963B-82EA-E992-BA67FB778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9762C-746C-E679-E30D-B0AC4D44F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Problem: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Rice plants are susceptible to various leaf diseases.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Manual identification is time-consuming and prone to human error.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The goal is to build an automated classification model to detect rice leaf diseases accurately.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817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F4B36-98F0-B884-DA79-77B510287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Dataset Description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841C4-085A-88D2-D0FF-4AF8DF1D7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Dataset: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Rice Leaf Disease Dataset from Kaggle.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3 classes: Bacterial Leaf Blight, Brown Spot, Leaf Smut.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120 images total.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Images resized to 128x128 pixels.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Small dataset → prone to overfitting.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335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056EA-128F-79EE-C037-30D9C2D22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Baseline Model 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F7B68-4AD0-1077-4249-3A96A5279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The baseline model predicts the majority class (class 0) for all inputs.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Achieved 33% accuracy due to class imbalance.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 Failed to identify other classes: precision, recall, and F1-score for those were 0.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Serves as a simple reference to evaluate real models.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751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DCDC9-179E-75B3-6541-D4D3F5CE6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CNN 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10421-696C-5D79-BF82-CE1A817CE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2117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The base CNN was trained on the rice leaf dataset with 3 convolutional layers.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Achieved significant improvement over baseline (Accuracy 83%).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 Able to detect all classes with good precision and recall.</a:t>
            </a:r>
          </a:p>
          <a:p>
            <a:r>
              <a:rPr lang="en-US" dirty="0">
                <a:ea typeface="+mn-lt"/>
                <a:cs typeface="+mn-lt"/>
              </a:rPr>
              <a:t>Generalization to unseen data was noticeably stronger.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333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D675A-50E8-C619-C22B-8CA63C385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Results Comparison: Baseline vs CNN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8B694B-7D9A-D6DF-A9BC-DEB86F690F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2235282"/>
              </p:ext>
            </p:extLst>
          </p:nvPr>
        </p:nvGraphicFramePr>
        <p:xfrm>
          <a:off x="838200" y="1825625"/>
          <a:ext cx="10515600" cy="219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57986490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82507112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8462174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Metric</a:t>
                      </a:r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Baseline Model</a:t>
                      </a:r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CNN Model </a:t>
                      </a:r>
                      <a:endParaRPr lang="en-US" sz="2400" b="0" i="0" u="none" strike="noStrike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8396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Accuracy</a:t>
                      </a:r>
                      <a:endParaRPr lang="en-US" sz="2400" b="0" i="0" u="none" strike="noStrike" noProof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543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Precision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574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Recall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301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F1-score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265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9643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Rice Leaf Disease Detection Using CNN</vt:lpstr>
      <vt:lpstr>Problem Definition</vt:lpstr>
      <vt:lpstr>Dataset Description</vt:lpstr>
      <vt:lpstr>Baseline Model Summary</vt:lpstr>
      <vt:lpstr>CNN Model</vt:lpstr>
      <vt:lpstr>Results Comparison: Baseline vs CNN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66</cp:revision>
  <dcterms:created xsi:type="dcterms:W3CDTF">2025-04-30T19:34:49Z</dcterms:created>
  <dcterms:modified xsi:type="dcterms:W3CDTF">2025-04-30T19:59:11Z</dcterms:modified>
</cp:coreProperties>
</file>